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175903" y="6162040"/>
            <a:ext cx="5840194" cy="37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07055" y="6162040"/>
            <a:ext cx="5977890" cy="37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07055" y="6162040"/>
            <a:ext cx="5977890" cy="37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152989" y="6162040"/>
            <a:ext cx="3886021" cy="37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318385" y="6162040"/>
            <a:ext cx="7555230" cy="37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