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17190" y="6126480"/>
            <a:ext cx="6357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840990" y="6126480"/>
            <a:ext cx="6510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840990" y="6126480"/>
            <a:ext cx="6510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03040" y="6126480"/>
            <a:ext cx="418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964690" y="6126480"/>
            <a:ext cx="8262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indent="-342900" marL="342900">
              <a:buAutoNum type="arabicPeriod"/>
            </a:pPr>
            <a:r>
              <a:t>Foam-Agent: Towards Automated Intelligent CFD Workflows</a:t>
            </a:r>
          </a:p>
          <a:p>
            <a:pPr indent="-342900" marL="342900">
              <a:buAutoNum type="arabicPeriod"/>
            </a:pPr>
            <a:r>
              <a:t>ReAct: Synergizing Reasoning and Acting in Language Models</a:t>
            </a:r>
          </a:p>
          <a:p>
            <a:pPr indent="-342900" marL="342900">
              <a:buAutoNum type="arabicPeriod"/>
            </a:pPr>
            <a:r>
              <a:t>Why Do Multi-Agent LLM Systems Fail?</a:t>
            </a:r>
          </a:p>
          <a:p>
            <a:pPr indent="-342900" marL="342900"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