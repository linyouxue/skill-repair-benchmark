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962910" y="6263640"/>
            <a:ext cx="626618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886710" y="6263640"/>
            <a:ext cx="641858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886710" y="6263640"/>
            <a:ext cx="641858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48760" y="6263640"/>
            <a:ext cx="409448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010410" y="6263640"/>
            <a:ext cx="817118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