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685800" y="6126480"/>
            <a:ext cx="10820400" cy="4572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defRPr sz="1600" b="0">
                <a:solidFill>
                  <a:srgbClr val="989596"/>
                </a:solidFill>
                <a:latin typeface="Arial"/>
              </a:defRPr>
            </a:pPr>
            <a:r>
              <a:rPr sz="1600" b="0">
                <a:solidFill>
                  <a:srgbClr val="989596"/>
                </a:solidFill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685800" y="6126480"/>
            <a:ext cx="10820400" cy="4572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defRPr sz="1600" b="0">
                <a:solidFill>
                  <a:srgbClr val="989596"/>
                </a:solidFill>
                <a:latin typeface="Arial"/>
              </a:defRPr>
            </a:pPr>
            <a:r>
              <a:rPr sz="1600" b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685800" y="6126480"/>
            <a:ext cx="10820400" cy="4572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defRPr sz="1600" b="0">
                <a:solidFill>
                  <a:srgbClr val="989596"/>
                </a:solidFill>
                <a:latin typeface="Arial"/>
              </a:defRPr>
            </a:pPr>
            <a:r>
              <a:rPr sz="1600" b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685800" y="6126480"/>
            <a:ext cx="10820400" cy="4572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defRPr sz="1600" b="0">
                <a:solidFill>
                  <a:srgbClr val="989596"/>
                </a:solidFill>
                <a:latin typeface="Arial"/>
              </a:defRPr>
            </a:pPr>
            <a:r>
              <a:rPr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685800" y="6126480"/>
            <a:ext cx="10820400" cy="4572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defRPr sz="1600" b="0">
                <a:solidFill>
                  <a:srgbClr val="989596"/>
                </a:solidFill>
                <a:latin typeface="Arial"/>
              </a:defRPr>
            </a:pPr>
            <a:r>
              <a:rPr sz="1600" b="0">
                <a:solidFill>
                  <a:srgbClr val="989596"/>
                </a:solidFill>
                <a:latin typeface="Arial"/>
              </a:rPr>
              <a:t>MultiAgentBench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buAutoNum type="arabicPeriod" startAt="1"/>
              <a:defRPr sz="1600" b="0">
                <a:solidFill>
                  <a:srgbClr val="989596"/>
                </a:solidFill>
                <a:latin typeface="Arial"/>
              </a:defRPr>
            </a:pPr>
            <a:r>
              <a:rPr sz="1600" b="0">
                <a:solidFill>
                  <a:srgbClr val="989596"/>
                </a:solidFill>
                <a:latin typeface="Arial"/>
              </a:rPr>
              <a:t>Foam-Agent: Towards Automated Intelligent CFD Workflows</a:t>
            </a:r>
          </a:p>
          <a:p>
            <a:pPr>
              <a:buAutoNum type="arabicPeriod"/>
              <a:defRPr sz="1600" b="0">
                <a:solidFill>
                  <a:srgbClr val="989596"/>
                </a:solidFill>
                <a:latin typeface="Arial"/>
              </a:defRPr>
            </a:pPr>
            <a:r>
              <a:rPr sz="1600" b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</a:p>
          <a:p>
            <a:pPr>
              <a:buAutoNum type="arabicPeriod"/>
              <a:defRPr sz="1600" b="0">
                <a:solidFill>
                  <a:srgbClr val="989596"/>
                </a:solidFill>
                <a:latin typeface="Arial"/>
              </a:defRPr>
            </a:pPr>
            <a:r>
              <a:rPr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</a:p>
          <a:p>
            <a:pPr>
              <a:buAutoNum type="arabicPeriod"/>
              <a:defRPr sz="1600" b="0">
                <a:solidFill>
                  <a:srgbClr val="989596"/>
                </a:solidFill>
                <a:latin typeface="Arial"/>
              </a:defRPr>
            </a:pPr>
            <a:r>
              <a:rPr sz="1600" b="0">
                <a:solidFill>
                  <a:srgbClr val="989596"/>
                </a:solidFill>
                <a:latin typeface="Arial"/>
              </a:rPr>
              <a:t>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